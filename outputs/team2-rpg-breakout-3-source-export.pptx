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914400" y="1844675"/>
            <a:ext cx="10363200" cy="2041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6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F1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4084223" y="352506"/>
            <a:ext cx="3461021" cy="6153048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image2.png" descr="image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631054" y="641939"/>
            <a:ext cx="2192695" cy="44767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F1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rcRect l="0" t="34180" r="0" b="3418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직사각형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0A0A">
              <a:alpha val="74000"/>
            </a:srgbClr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25" name="image2.png" descr="image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19027" y="533400"/>
            <a:ext cx="2192696" cy="4476750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벽돌깨기 모티브"/>
          <p:cNvSpPr txBox="1"/>
          <p:nvPr/>
        </p:nvSpPr>
        <p:spPr>
          <a:xfrm>
            <a:off x="731519" y="495300"/>
            <a:ext cx="8481061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100">
                <a:solidFill>
                  <a:srgbClr val="FFF8EB"/>
                </a:solidFill>
              </a:defRPr>
            </a:lvl1pPr>
          </a:lstStyle>
          <a:p>
            <a:pPr/>
            <a:r>
              <a:t>벽돌깨기 모티브</a:t>
            </a:r>
          </a:p>
        </p:txBody>
      </p:sp>
      <p:sp>
        <p:nvSpPr>
          <p:cNvPr id="27" name="직사각형"/>
          <p:cNvSpPr/>
          <p:nvPr/>
        </p:nvSpPr>
        <p:spPr>
          <a:xfrm>
            <a:off x="685800" y="1200150"/>
            <a:ext cx="1123950" cy="47625"/>
          </a:xfrm>
          <a:prstGeom prst="rect">
            <a:avLst/>
          </a:prstGeom>
          <a:solidFill>
            <a:srgbClr val="FF9B2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8" name="벽돌깨기가 벽돌이 아니라 몬스터를 잡으면 어떨까?…"/>
          <p:cNvSpPr txBox="1"/>
          <p:nvPr/>
        </p:nvSpPr>
        <p:spPr>
          <a:xfrm>
            <a:off x="845819" y="1809750"/>
            <a:ext cx="5814061" cy="1412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500">
                <a:solidFill>
                  <a:srgbClr val="FFF8EB"/>
                </a:solidFill>
              </a:defRPr>
            </a:pPr>
            <a:r>
              <a:t>벽돌깨기가 벽돌이 아니라 몬스터를 잡으면 어떨까?</a:t>
            </a:r>
          </a:p>
          <a:p>
            <a:pPr>
              <a:defRPr sz="2500">
                <a:solidFill>
                  <a:srgbClr val="FFF8EB"/>
                </a:solidFill>
              </a:defRPr>
            </a:pPr>
            <a:r>
              <a:t>몬스터? rpg!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F1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rcRect l="0" t="34180" r="0" b="34180"/>
          <a:stretch>
            <a:fillRect/>
          </a:stretch>
        </p:blipFill>
        <p:spPr>
          <a:xfrm>
            <a:off x="0" y="-1"/>
            <a:ext cx="12192000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직사각형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0A0A">
              <a:alpha val="74000"/>
            </a:srgbClr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2" name="컨셉"/>
          <p:cNvSpPr txBox="1"/>
          <p:nvPr/>
        </p:nvSpPr>
        <p:spPr>
          <a:xfrm>
            <a:off x="731519" y="495300"/>
            <a:ext cx="8481062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100">
                <a:solidFill>
                  <a:srgbClr val="FFF8EB"/>
                </a:solidFill>
              </a:defRPr>
            </a:lvl1pPr>
          </a:lstStyle>
          <a:p>
            <a:pPr/>
            <a:r>
              <a:t>컨셉</a:t>
            </a:r>
          </a:p>
        </p:txBody>
      </p:sp>
      <p:sp>
        <p:nvSpPr>
          <p:cNvPr id="33" name="직사각형"/>
          <p:cNvSpPr/>
          <p:nvPr/>
        </p:nvSpPr>
        <p:spPr>
          <a:xfrm>
            <a:off x="685800" y="1200150"/>
            <a:ext cx="1123950" cy="47625"/>
          </a:xfrm>
          <a:prstGeom prst="rect">
            <a:avLst/>
          </a:prstGeom>
          <a:solidFill>
            <a:srgbClr val="FF9B2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4" name="공-&gt;손오공…"/>
          <p:cNvSpPr txBox="1"/>
          <p:nvPr/>
        </p:nvSpPr>
        <p:spPr>
          <a:xfrm>
            <a:off x="845819" y="2095500"/>
            <a:ext cx="5814062" cy="979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700">
                <a:solidFill>
                  <a:srgbClr val="FFF8EB"/>
                </a:solidFill>
              </a:defRPr>
            </a:pPr>
            <a:r>
              <a:t>공-&gt;손오공</a:t>
            </a:r>
          </a:p>
          <a:p>
            <a:pPr>
              <a:defRPr sz="2700">
                <a:solidFill>
                  <a:srgbClr val="FFF8EB"/>
                </a:solidFill>
              </a:defRPr>
            </a:pPr>
            <a:r>
              <a:t>패들-&gt;근두운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F1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rcRect l="0" t="34180" r="0" b="34180"/>
          <a:stretch>
            <a:fillRect/>
          </a:stretch>
        </p:blipFill>
        <p:spPr>
          <a:xfrm>
            <a:off x="0" y="-1"/>
            <a:ext cx="12192000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직사각형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0A0A">
              <a:alpha val="74000"/>
            </a:srgbClr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8" name="과제1"/>
          <p:cNvSpPr txBox="1"/>
          <p:nvPr/>
        </p:nvSpPr>
        <p:spPr>
          <a:xfrm>
            <a:off x="731519" y="495300"/>
            <a:ext cx="8481062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100">
                <a:solidFill>
                  <a:srgbClr val="FFF8EB"/>
                </a:solidFill>
              </a:defRPr>
            </a:lvl1pPr>
          </a:lstStyle>
          <a:p>
            <a:pPr/>
            <a:r>
              <a:t>과제1</a:t>
            </a:r>
          </a:p>
        </p:txBody>
      </p:sp>
      <p:sp>
        <p:nvSpPr>
          <p:cNvPr id="39" name="직사각형"/>
          <p:cNvSpPr/>
          <p:nvPr/>
        </p:nvSpPr>
        <p:spPr>
          <a:xfrm>
            <a:off x="685800" y="1200150"/>
            <a:ext cx="1123950" cy="47625"/>
          </a:xfrm>
          <a:prstGeom prst="rect">
            <a:avLst/>
          </a:prstGeom>
          <a:solidFill>
            <a:srgbClr val="FF9B2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0" name="몬스터를 잡는 주인공이 공이 되어야 함…"/>
          <p:cNvSpPr txBox="1"/>
          <p:nvPr/>
        </p:nvSpPr>
        <p:spPr>
          <a:xfrm>
            <a:off x="845819" y="1733550"/>
            <a:ext cx="5528312" cy="867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300">
                <a:solidFill>
                  <a:srgbClr val="FFF8EB"/>
                </a:solidFill>
              </a:defRPr>
            </a:pPr>
            <a:r>
              <a:t>몬스터를 잡는 주인공이 공이 되어야 함</a:t>
            </a:r>
          </a:p>
          <a:p>
            <a:pPr>
              <a:defRPr sz="2300">
                <a:solidFill>
                  <a:srgbClr val="FFF8EB"/>
                </a:solidFill>
              </a:defRPr>
            </a:pPr>
            <a:r>
              <a:t>→커비</a:t>
            </a:r>
          </a:p>
        </p:txBody>
      </p:sp>
      <p:sp>
        <p:nvSpPr>
          <p:cNvPr id="41" name="모서리가 둥근 직사각형"/>
          <p:cNvSpPr/>
          <p:nvPr/>
        </p:nvSpPr>
        <p:spPr>
          <a:xfrm>
            <a:off x="7810500" y="1676400"/>
            <a:ext cx="2857500" cy="3429000"/>
          </a:xfrm>
          <a:prstGeom prst="roundRect">
            <a:avLst>
              <a:gd name="adj" fmla="val 2667"/>
            </a:avLst>
          </a:prstGeom>
          <a:solidFill>
            <a:srgbClr val="FFF5DD">
              <a:alpha val="94000"/>
            </a:srgbClr>
          </a:solidFill>
          <a:ln w="19050">
            <a:solidFill>
              <a:srgbClr val="FF9B2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2" name="[별의 커비]"/>
          <p:cNvSpPr txBox="1"/>
          <p:nvPr/>
        </p:nvSpPr>
        <p:spPr>
          <a:xfrm>
            <a:off x="8027669" y="1828800"/>
            <a:ext cx="2423162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2A1B18"/>
                </a:solidFill>
              </a:defRPr>
            </a:lvl1pPr>
          </a:lstStyle>
          <a:p>
            <a:pPr/>
            <a:r>
              <a:t>[별의 커비]</a:t>
            </a:r>
          </a:p>
        </p:txBody>
      </p:sp>
      <p:pic>
        <p:nvPicPr>
          <p:cNvPr id="43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028469" y="2228850"/>
            <a:ext cx="2421561" cy="26479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F1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rcRect l="0" t="34180" r="0" b="34180"/>
          <a:stretch>
            <a:fillRect/>
          </a:stretch>
        </p:blipFill>
        <p:spPr>
          <a:xfrm>
            <a:off x="0" y="-1"/>
            <a:ext cx="12192000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직사각형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0A0A">
              <a:alpha val="74000"/>
            </a:srgbClr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7" name="과제2"/>
          <p:cNvSpPr txBox="1"/>
          <p:nvPr/>
        </p:nvSpPr>
        <p:spPr>
          <a:xfrm>
            <a:off x="731519" y="495300"/>
            <a:ext cx="8481062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100">
                <a:solidFill>
                  <a:srgbClr val="FFF8EB"/>
                </a:solidFill>
              </a:defRPr>
            </a:lvl1pPr>
          </a:lstStyle>
          <a:p>
            <a:pPr/>
            <a:r>
              <a:t>과제2</a:t>
            </a:r>
          </a:p>
        </p:txBody>
      </p:sp>
      <p:sp>
        <p:nvSpPr>
          <p:cNvPr id="48" name="직사각형"/>
          <p:cNvSpPr/>
          <p:nvPr/>
        </p:nvSpPr>
        <p:spPr>
          <a:xfrm>
            <a:off x="685800" y="1200150"/>
            <a:ext cx="1123950" cy="47625"/>
          </a:xfrm>
          <a:prstGeom prst="rect">
            <a:avLst/>
          </a:prstGeom>
          <a:solidFill>
            <a:srgbClr val="FF9B2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9" name="공의. 궤적을 출력허고 샆다…"/>
          <p:cNvSpPr txBox="1"/>
          <p:nvPr/>
        </p:nvSpPr>
        <p:spPr>
          <a:xfrm>
            <a:off x="845819" y="1733550"/>
            <a:ext cx="7147562" cy="1287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300">
                <a:solidFill>
                  <a:srgbClr val="FFF8EB"/>
                </a:solidFill>
              </a:defRPr>
            </a:pPr>
            <a:r>
              <a:t>공의. 궤적을 출력허고 샆다</a:t>
            </a:r>
          </a:p>
          <a:p>
            <a:pPr>
              <a:defRPr sz="2300">
                <a:solidFill>
                  <a:srgbClr val="FFF8EB"/>
                </a:solidFill>
              </a:defRPr>
            </a:pPr>
            <a:r>
              <a:t>유니티의 물리는 비결정론적</a:t>
            </a:r>
          </a:p>
          <a:p>
            <a:pPr>
              <a:defRPr sz="2300">
                <a:solidFill>
                  <a:srgbClr val="FFF8EB"/>
                </a:solidFill>
              </a:defRPr>
            </a:pPr>
            <a:r>
              <a:t>-&gt;커스텀 물리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F1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rcRect l="0" t="34180" r="0" b="34180"/>
          <a:stretch>
            <a:fillRect/>
          </a:stretch>
        </p:blipFill>
        <p:spPr>
          <a:xfrm>
            <a:off x="0" y="-1"/>
            <a:ext cx="12192000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직사각형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0A0A">
              <a:alpha val="74000"/>
            </a:srgbClr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3" name="과제1 결과"/>
          <p:cNvSpPr txBox="1"/>
          <p:nvPr/>
        </p:nvSpPr>
        <p:spPr>
          <a:xfrm>
            <a:off x="731519" y="495300"/>
            <a:ext cx="8481062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100">
                <a:solidFill>
                  <a:srgbClr val="FFF8EB"/>
                </a:solidFill>
              </a:defRPr>
            </a:lvl1pPr>
          </a:lstStyle>
          <a:p>
            <a:pPr/>
            <a:r>
              <a:t>과제1 결과</a:t>
            </a:r>
          </a:p>
        </p:txBody>
      </p:sp>
      <p:sp>
        <p:nvSpPr>
          <p:cNvPr id="54" name="직사각형"/>
          <p:cNvSpPr/>
          <p:nvPr/>
        </p:nvSpPr>
        <p:spPr>
          <a:xfrm>
            <a:off x="685800" y="1200150"/>
            <a:ext cx="1123950" cy="47625"/>
          </a:xfrm>
          <a:prstGeom prst="rect">
            <a:avLst/>
          </a:prstGeom>
          <a:solidFill>
            <a:srgbClr val="FF9B2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5" name="귀엽게 잘 나옴"/>
          <p:cNvSpPr txBox="1"/>
          <p:nvPr/>
        </p:nvSpPr>
        <p:spPr>
          <a:xfrm>
            <a:off x="845819" y="1524000"/>
            <a:ext cx="4671062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8EB"/>
                </a:solidFill>
              </a:defRPr>
            </a:lvl1pPr>
          </a:lstStyle>
          <a:p>
            <a:pPr/>
            <a:r>
              <a:t>귀엽게 잘 나옴</a:t>
            </a:r>
          </a:p>
        </p:txBody>
      </p:sp>
      <p:sp>
        <p:nvSpPr>
          <p:cNvPr id="56" name="모서리가 둥근 직사각형"/>
          <p:cNvSpPr/>
          <p:nvPr/>
        </p:nvSpPr>
        <p:spPr>
          <a:xfrm>
            <a:off x="514350" y="2400300"/>
            <a:ext cx="2076450" cy="3143250"/>
          </a:xfrm>
          <a:prstGeom prst="roundRect">
            <a:avLst>
              <a:gd name="adj" fmla="val 3670"/>
            </a:avLst>
          </a:prstGeom>
          <a:solidFill>
            <a:srgbClr val="FFF5DD">
              <a:alpha val="94000"/>
            </a:srgbClr>
          </a:solidFill>
          <a:ln w="19050">
            <a:solidFill>
              <a:srgbClr val="FF9B2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7" name="[별의 커비]"/>
          <p:cNvSpPr txBox="1"/>
          <p:nvPr/>
        </p:nvSpPr>
        <p:spPr>
          <a:xfrm>
            <a:off x="693419" y="2533650"/>
            <a:ext cx="171831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A1B18"/>
                </a:solidFill>
              </a:defRPr>
            </a:lvl1pPr>
          </a:lstStyle>
          <a:p>
            <a:pPr/>
            <a:r>
              <a:t>[별의 커비]</a:t>
            </a:r>
          </a:p>
        </p:txBody>
      </p:sp>
      <p:pic>
        <p:nvPicPr>
          <p:cNvPr id="58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85800" y="3176515"/>
            <a:ext cx="1733550" cy="1895620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모서리가 둥근 직사각형"/>
          <p:cNvSpPr/>
          <p:nvPr/>
        </p:nvSpPr>
        <p:spPr>
          <a:xfrm>
            <a:off x="2781300" y="2400300"/>
            <a:ext cx="2076450" cy="3143250"/>
          </a:xfrm>
          <a:prstGeom prst="roundRect">
            <a:avLst>
              <a:gd name="adj" fmla="val 3670"/>
            </a:avLst>
          </a:prstGeom>
          <a:solidFill>
            <a:srgbClr val="FFF5DD">
              <a:alpha val="94000"/>
            </a:srgbClr>
          </a:solidFill>
          <a:ln w="19050">
            <a:solidFill>
              <a:srgbClr val="FF9B2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0" name="[ball idle up]"/>
          <p:cNvSpPr txBox="1"/>
          <p:nvPr/>
        </p:nvSpPr>
        <p:spPr>
          <a:xfrm>
            <a:off x="2960369" y="2533650"/>
            <a:ext cx="171831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A1B18"/>
                </a:solidFill>
              </a:defRPr>
            </a:lvl1pPr>
          </a:lstStyle>
          <a:p>
            <a:pPr/>
            <a:r>
              <a:t>[ball idle up]</a:t>
            </a:r>
          </a:p>
        </p:txBody>
      </p:sp>
      <p:pic>
        <p:nvPicPr>
          <p:cNvPr id="61" name="image9.png" descr="image9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952750" y="3257550"/>
            <a:ext cx="1733550" cy="173355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모서리가 둥근 직사각형"/>
          <p:cNvSpPr/>
          <p:nvPr/>
        </p:nvSpPr>
        <p:spPr>
          <a:xfrm>
            <a:off x="5048250" y="2400300"/>
            <a:ext cx="2076450" cy="3143250"/>
          </a:xfrm>
          <a:prstGeom prst="roundRect">
            <a:avLst>
              <a:gd name="adj" fmla="val 3670"/>
            </a:avLst>
          </a:prstGeom>
          <a:solidFill>
            <a:srgbClr val="FFF5DD">
              <a:alpha val="94000"/>
            </a:srgbClr>
          </a:solidFill>
          <a:ln w="19050">
            <a:solidFill>
              <a:srgbClr val="FF9B2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3" name="[ball idle down]"/>
          <p:cNvSpPr txBox="1"/>
          <p:nvPr/>
        </p:nvSpPr>
        <p:spPr>
          <a:xfrm>
            <a:off x="5227319" y="2533650"/>
            <a:ext cx="171831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A1B18"/>
                </a:solidFill>
              </a:defRPr>
            </a:lvl1pPr>
          </a:lstStyle>
          <a:p>
            <a:pPr/>
            <a:r>
              <a:t>[ball idle down]</a:t>
            </a:r>
          </a:p>
        </p:txBody>
      </p:sp>
      <p:pic>
        <p:nvPicPr>
          <p:cNvPr id="64" name="image10.png" descr="image10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219700" y="3257550"/>
            <a:ext cx="1733550" cy="1733550"/>
          </a:xfrm>
          <a:prstGeom prst="rect">
            <a:avLst/>
          </a:prstGeom>
          <a:ln w="12700">
            <a:miter lim="400000"/>
          </a:ln>
        </p:spPr>
      </p:pic>
      <p:sp>
        <p:nvSpPr>
          <p:cNvPr id="65" name="모서리가 둥근 직사각형"/>
          <p:cNvSpPr/>
          <p:nvPr/>
        </p:nvSpPr>
        <p:spPr>
          <a:xfrm>
            <a:off x="7315200" y="2400300"/>
            <a:ext cx="2076450" cy="3143250"/>
          </a:xfrm>
          <a:prstGeom prst="roundRect">
            <a:avLst>
              <a:gd name="adj" fmla="val 3670"/>
            </a:avLst>
          </a:prstGeom>
          <a:solidFill>
            <a:srgbClr val="FFF5DD">
              <a:alpha val="94000"/>
            </a:srgbClr>
          </a:solidFill>
          <a:ln w="19050">
            <a:solidFill>
              <a:srgbClr val="FF9B2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6" name="[ball attack up]"/>
          <p:cNvSpPr txBox="1"/>
          <p:nvPr/>
        </p:nvSpPr>
        <p:spPr>
          <a:xfrm>
            <a:off x="7494269" y="2533650"/>
            <a:ext cx="171831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A1B18"/>
                </a:solidFill>
              </a:defRPr>
            </a:lvl1pPr>
          </a:lstStyle>
          <a:p>
            <a:pPr/>
            <a:r>
              <a:t>[ball attack up]</a:t>
            </a:r>
          </a:p>
        </p:txBody>
      </p:sp>
      <p:pic>
        <p:nvPicPr>
          <p:cNvPr id="67" name="image11.png" descr="image11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7486650" y="3257550"/>
            <a:ext cx="1733550" cy="1733550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모서리가 둥근 직사각형"/>
          <p:cNvSpPr/>
          <p:nvPr/>
        </p:nvSpPr>
        <p:spPr>
          <a:xfrm>
            <a:off x="9582150" y="2400300"/>
            <a:ext cx="2076450" cy="3143250"/>
          </a:xfrm>
          <a:prstGeom prst="roundRect">
            <a:avLst>
              <a:gd name="adj" fmla="val 3670"/>
            </a:avLst>
          </a:prstGeom>
          <a:solidFill>
            <a:srgbClr val="FFF5DD">
              <a:alpha val="94000"/>
            </a:srgbClr>
          </a:solidFill>
          <a:ln w="19050">
            <a:solidFill>
              <a:srgbClr val="FF9B2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9" name="[ball attack down]"/>
          <p:cNvSpPr txBox="1"/>
          <p:nvPr/>
        </p:nvSpPr>
        <p:spPr>
          <a:xfrm>
            <a:off x="9761219" y="2533650"/>
            <a:ext cx="171831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A1B18"/>
                </a:solidFill>
              </a:defRPr>
            </a:lvl1pPr>
          </a:lstStyle>
          <a:p>
            <a:pPr/>
            <a:r>
              <a:t>[ball attack down]</a:t>
            </a:r>
          </a:p>
        </p:txBody>
      </p:sp>
      <p:pic>
        <p:nvPicPr>
          <p:cNvPr id="70" name="image12.png" descr="image12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753600" y="3257550"/>
            <a:ext cx="1733550" cy="17335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F1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rcRect l="0" t="34180" r="0" b="34180"/>
          <a:stretch>
            <a:fillRect/>
          </a:stretch>
        </p:blipFill>
        <p:spPr>
          <a:xfrm>
            <a:off x="0" y="-1"/>
            <a:ext cx="12192000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직사각형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0A0A">
              <a:alpha val="74000"/>
            </a:srgbClr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4" name="과제2 결과"/>
          <p:cNvSpPr txBox="1"/>
          <p:nvPr/>
        </p:nvSpPr>
        <p:spPr>
          <a:xfrm>
            <a:off x="731519" y="495300"/>
            <a:ext cx="8481062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100">
                <a:solidFill>
                  <a:srgbClr val="FFF8EB"/>
                </a:solidFill>
              </a:defRPr>
            </a:lvl1pPr>
          </a:lstStyle>
          <a:p>
            <a:pPr/>
            <a:r>
              <a:t>과제2 결과</a:t>
            </a:r>
          </a:p>
        </p:txBody>
      </p:sp>
      <p:sp>
        <p:nvSpPr>
          <p:cNvPr id="75" name="직사각형"/>
          <p:cNvSpPr/>
          <p:nvPr/>
        </p:nvSpPr>
        <p:spPr>
          <a:xfrm>
            <a:off x="685800" y="1200150"/>
            <a:ext cx="1123950" cy="47625"/>
          </a:xfrm>
          <a:prstGeom prst="rect">
            <a:avLst/>
          </a:prstGeom>
          <a:solidFill>
            <a:srgbClr val="FF9B2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6" name="궤적이 나옴…"/>
          <p:cNvSpPr txBox="1"/>
          <p:nvPr/>
        </p:nvSpPr>
        <p:spPr>
          <a:xfrm>
            <a:off x="845819" y="2000250"/>
            <a:ext cx="6576062" cy="948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500">
                <a:solidFill>
                  <a:srgbClr val="FFF8EB"/>
                </a:solidFill>
              </a:defRPr>
            </a:pPr>
            <a:r>
              <a:t>궤적이 나옴</a:t>
            </a:r>
          </a:p>
          <a:p>
            <a:pPr>
              <a:defRPr sz="2500">
                <a:solidFill>
                  <a:srgbClr val="FFF8EB"/>
                </a:solidFill>
              </a:defRPr>
            </a:pPr>
            <a:r>
              <a:t>공 반사 구현됌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F1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rcRect l="0" t="34180" r="0" b="34180"/>
          <a:stretch>
            <a:fillRect/>
          </a:stretch>
        </p:blipFill>
        <p:spPr>
          <a:xfrm>
            <a:off x="0" y="-1"/>
            <a:ext cx="12192000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직사각형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0A0A">
              <a:alpha val="74000"/>
            </a:srgbClr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0" name="아트웍"/>
          <p:cNvSpPr txBox="1"/>
          <p:nvPr/>
        </p:nvSpPr>
        <p:spPr>
          <a:xfrm>
            <a:off x="731519" y="495300"/>
            <a:ext cx="8481062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100">
                <a:solidFill>
                  <a:srgbClr val="FFF8EB"/>
                </a:solidFill>
              </a:defRPr>
            </a:lvl1pPr>
          </a:lstStyle>
          <a:p>
            <a:pPr/>
            <a:r>
              <a:t>아트웍</a:t>
            </a:r>
          </a:p>
        </p:txBody>
      </p:sp>
      <p:sp>
        <p:nvSpPr>
          <p:cNvPr id="81" name="직사각형"/>
          <p:cNvSpPr/>
          <p:nvPr/>
        </p:nvSpPr>
        <p:spPr>
          <a:xfrm>
            <a:off x="685800" y="1200150"/>
            <a:ext cx="1123950" cy="47625"/>
          </a:xfrm>
          <a:prstGeom prst="rect">
            <a:avLst/>
          </a:prstGeom>
          <a:solidFill>
            <a:srgbClr val="FF9B2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2" name="모서리가 둥근 직사각형"/>
          <p:cNvSpPr/>
          <p:nvPr/>
        </p:nvSpPr>
        <p:spPr>
          <a:xfrm>
            <a:off x="495300" y="1504950"/>
            <a:ext cx="7191375" cy="4533900"/>
          </a:xfrm>
          <a:prstGeom prst="roundRect">
            <a:avLst>
              <a:gd name="adj" fmla="val 1681"/>
            </a:avLst>
          </a:prstGeom>
          <a:solidFill>
            <a:srgbClr val="FFF5DD">
              <a:alpha val="94000"/>
            </a:srgbClr>
          </a:solidFill>
          <a:ln w="19050">
            <a:solidFill>
              <a:srgbClr val="FF9B2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3" name="[컨셉아트]"/>
          <p:cNvSpPr txBox="1"/>
          <p:nvPr/>
        </p:nvSpPr>
        <p:spPr>
          <a:xfrm>
            <a:off x="750569" y="1676400"/>
            <a:ext cx="2099312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2A1B18"/>
                </a:solidFill>
              </a:defRPr>
            </a:lvl1pPr>
          </a:lstStyle>
          <a:p>
            <a:pPr/>
            <a:r>
              <a:t>[컨셉아트]</a:t>
            </a:r>
          </a:p>
        </p:txBody>
      </p:sp>
      <p:sp>
        <p:nvSpPr>
          <p:cNvPr id="84" name="모서리가 둥근 직사각형"/>
          <p:cNvSpPr/>
          <p:nvPr/>
        </p:nvSpPr>
        <p:spPr>
          <a:xfrm>
            <a:off x="742950" y="2095500"/>
            <a:ext cx="2000250" cy="1714500"/>
          </a:xfrm>
          <a:prstGeom prst="roundRect">
            <a:avLst>
              <a:gd name="adj" fmla="val 3333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FF9B2A"/>
            </a:solidFill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85" name="image.jpeg" descr="image.jpeg"/>
          <p:cNvPicPr>
            <a:picLocks noChangeAspect="1"/>
          </p:cNvPicPr>
          <p:nvPr/>
        </p:nvPicPr>
        <p:blipFill>
          <a:blip r:embed="rId3">
            <a:extLst/>
          </a:blip>
          <a:srcRect l="0" t="12371" r="0" b="12371"/>
          <a:stretch>
            <a:fillRect/>
          </a:stretch>
        </p:blipFill>
        <p:spPr>
          <a:xfrm>
            <a:off x="819150" y="2171700"/>
            <a:ext cx="1847850" cy="1390650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손오공 컬러"/>
          <p:cNvSpPr txBox="1"/>
          <p:nvPr/>
        </p:nvSpPr>
        <p:spPr>
          <a:xfrm>
            <a:off x="864869" y="3581400"/>
            <a:ext cx="175641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2A1B18"/>
                </a:solidFill>
              </a:defRPr>
            </a:lvl1pPr>
          </a:lstStyle>
          <a:p>
            <a:pPr/>
            <a:r>
              <a:t>손오공 컬러</a:t>
            </a:r>
          </a:p>
        </p:txBody>
      </p:sp>
      <p:sp>
        <p:nvSpPr>
          <p:cNvPr id="87" name="모서리가 둥근 직사각형"/>
          <p:cNvSpPr/>
          <p:nvPr/>
        </p:nvSpPr>
        <p:spPr>
          <a:xfrm>
            <a:off x="2914650" y="2095500"/>
            <a:ext cx="2000250" cy="1714500"/>
          </a:xfrm>
          <a:prstGeom prst="roundRect">
            <a:avLst>
              <a:gd name="adj" fmla="val 3333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FF9B2A"/>
            </a:solidFill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88" name="image2.jpeg" descr="image2.jpeg"/>
          <p:cNvPicPr>
            <a:picLocks noChangeAspect="1"/>
          </p:cNvPicPr>
          <p:nvPr/>
        </p:nvPicPr>
        <p:blipFill>
          <a:blip r:embed="rId4">
            <a:extLst/>
          </a:blip>
          <a:srcRect l="3831" t="0" r="3831" b="0"/>
          <a:stretch>
            <a:fillRect/>
          </a:stretch>
        </p:blipFill>
        <p:spPr>
          <a:xfrm>
            <a:off x="2990850" y="2171700"/>
            <a:ext cx="1847850" cy="1390650"/>
          </a:xfrm>
          <a:prstGeom prst="rect">
            <a:avLst/>
          </a:prstGeom>
          <a:ln w="12700">
            <a:miter lim="400000"/>
          </a:ln>
        </p:spPr>
      </p:pic>
      <p:sp>
        <p:nvSpPr>
          <p:cNvPr id="89" name="손오공 시트"/>
          <p:cNvSpPr txBox="1"/>
          <p:nvPr/>
        </p:nvSpPr>
        <p:spPr>
          <a:xfrm>
            <a:off x="3036569" y="3581400"/>
            <a:ext cx="175641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2A1B18"/>
                </a:solidFill>
              </a:defRPr>
            </a:lvl1pPr>
          </a:lstStyle>
          <a:p>
            <a:pPr/>
            <a:r>
              <a:t>손오공 시트</a:t>
            </a:r>
          </a:p>
        </p:txBody>
      </p:sp>
      <p:sp>
        <p:nvSpPr>
          <p:cNvPr id="90" name="모서리가 둥근 직사각형"/>
          <p:cNvSpPr/>
          <p:nvPr/>
        </p:nvSpPr>
        <p:spPr>
          <a:xfrm>
            <a:off x="5086350" y="2095500"/>
            <a:ext cx="2000250" cy="1714500"/>
          </a:xfrm>
          <a:prstGeom prst="roundRect">
            <a:avLst>
              <a:gd name="adj" fmla="val 3333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FF9B2A"/>
            </a:solidFill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91" name="image15.png" descr="image15.png"/>
          <p:cNvPicPr>
            <a:picLocks noChangeAspect="1"/>
          </p:cNvPicPr>
          <p:nvPr/>
        </p:nvPicPr>
        <p:blipFill>
          <a:blip r:embed="rId5">
            <a:extLst/>
          </a:blip>
          <a:srcRect l="0" t="12371" r="0" b="12371"/>
          <a:stretch>
            <a:fillRect/>
          </a:stretch>
        </p:blipFill>
        <p:spPr>
          <a:xfrm>
            <a:off x="5162550" y="2171700"/>
            <a:ext cx="1847850" cy="1390650"/>
          </a:xfrm>
          <a:prstGeom prst="rect">
            <a:avLst/>
          </a:prstGeom>
          <a:ln w="12700">
            <a:miter lim="400000"/>
          </a:ln>
        </p:spPr>
      </p:pic>
      <p:sp>
        <p:nvSpPr>
          <p:cNvPr id="92" name="우마왕 정"/>
          <p:cNvSpPr txBox="1"/>
          <p:nvPr/>
        </p:nvSpPr>
        <p:spPr>
          <a:xfrm>
            <a:off x="5208269" y="3581400"/>
            <a:ext cx="175641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2A1B18"/>
                </a:solidFill>
              </a:defRPr>
            </a:lvl1pPr>
          </a:lstStyle>
          <a:p>
            <a:pPr/>
            <a:r>
              <a:t>우마왕 정</a:t>
            </a:r>
          </a:p>
        </p:txBody>
      </p:sp>
      <p:sp>
        <p:nvSpPr>
          <p:cNvPr id="93" name="모서리가 둥근 직사각형"/>
          <p:cNvSpPr/>
          <p:nvPr/>
        </p:nvSpPr>
        <p:spPr>
          <a:xfrm>
            <a:off x="742950" y="4000500"/>
            <a:ext cx="2000250" cy="1714500"/>
          </a:xfrm>
          <a:prstGeom prst="roundRect">
            <a:avLst>
              <a:gd name="adj" fmla="val 3333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FF9B2A"/>
            </a:solidFill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94" name="image16.png" descr="image16.png"/>
          <p:cNvPicPr>
            <a:picLocks noChangeAspect="1"/>
          </p:cNvPicPr>
          <p:nvPr/>
        </p:nvPicPr>
        <p:blipFill>
          <a:blip r:embed="rId6">
            <a:extLst/>
          </a:blip>
          <a:srcRect l="0" t="12371" r="0" b="12371"/>
          <a:stretch>
            <a:fillRect/>
          </a:stretch>
        </p:blipFill>
        <p:spPr>
          <a:xfrm>
            <a:off x="819150" y="4076700"/>
            <a:ext cx="1847850" cy="1390650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우마왕 측"/>
          <p:cNvSpPr txBox="1"/>
          <p:nvPr/>
        </p:nvSpPr>
        <p:spPr>
          <a:xfrm>
            <a:off x="864869" y="5486400"/>
            <a:ext cx="175641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2A1B18"/>
                </a:solidFill>
              </a:defRPr>
            </a:lvl1pPr>
          </a:lstStyle>
          <a:p>
            <a:pPr/>
            <a:r>
              <a:t>우마왕 측</a:t>
            </a:r>
          </a:p>
        </p:txBody>
      </p:sp>
      <p:sp>
        <p:nvSpPr>
          <p:cNvPr id="96" name="모서리가 둥근 직사각형"/>
          <p:cNvSpPr/>
          <p:nvPr/>
        </p:nvSpPr>
        <p:spPr>
          <a:xfrm>
            <a:off x="2914650" y="4000500"/>
            <a:ext cx="2000250" cy="1714500"/>
          </a:xfrm>
          <a:prstGeom prst="roundRect">
            <a:avLst>
              <a:gd name="adj" fmla="val 3333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FF9B2A"/>
            </a:solidFill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97" name="image17.png" descr="image17.png"/>
          <p:cNvPicPr>
            <a:picLocks noChangeAspect="1"/>
          </p:cNvPicPr>
          <p:nvPr/>
        </p:nvPicPr>
        <p:blipFill>
          <a:blip r:embed="rId7">
            <a:extLst/>
          </a:blip>
          <a:srcRect l="0" t="12371" r="0" b="12371"/>
          <a:stretch>
            <a:fillRect/>
          </a:stretch>
        </p:blipFill>
        <p:spPr>
          <a:xfrm>
            <a:off x="2990850" y="4076700"/>
            <a:ext cx="1847850" cy="1390650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우마왕 후"/>
          <p:cNvSpPr txBox="1"/>
          <p:nvPr/>
        </p:nvSpPr>
        <p:spPr>
          <a:xfrm>
            <a:off x="3036569" y="5486400"/>
            <a:ext cx="175641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2A1B18"/>
                </a:solidFill>
              </a:defRPr>
            </a:lvl1pPr>
          </a:lstStyle>
          <a:p>
            <a:pPr/>
            <a:r>
              <a:t>우마왕 후</a:t>
            </a:r>
          </a:p>
        </p:txBody>
      </p:sp>
      <p:sp>
        <p:nvSpPr>
          <p:cNvPr id="99" name="모서리가 둥근 직사각형"/>
          <p:cNvSpPr/>
          <p:nvPr/>
        </p:nvSpPr>
        <p:spPr>
          <a:xfrm>
            <a:off x="5086350" y="4000500"/>
            <a:ext cx="2000250" cy="1714500"/>
          </a:xfrm>
          <a:prstGeom prst="roundRect">
            <a:avLst>
              <a:gd name="adj" fmla="val 3333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FF9B2A"/>
            </a:solidFill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00" name="image18.png" descr="image18.png"/>
          <p:cNvPicPr>
            <a:picLocks noChangeAspect="1"/>
          </p:cNvPicPr>
          <p:nvPr/>
        </p:nvPicPr>
        <p:blipFill>
          <a:blip r:embed="rId8">
            <a:extLst/>
          </a:blip>
          <a:srcRect l="0" t="21126" r="0" b="21126"/>
          <a:stretch>
            <a:fillRect/>
          </a:stretch>
        </p:blipFill>
        <p:spPr>
          <a:xfrm>
            <a:off x="5162550" y="4076699"/>
            <a:ext cx="1847850" cy="1390652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배경/몬스터"/>
          <p:cNvSpPr txBox="1"/>
          <p:nvPr/>
        </p:nvSpPr>
        <p:spPr>
          <a:xfrm>
            <a:off x="5208269" y="5486400"/>
            <a:ext cx="1756412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2A1B18"/>
                </a:solidFill>
              </a:defRPr>
            </a:lvl1pPr>
          </a:lstStyle>
          <a:p>
            <a:pPr/>
            <a:r>
              <a:t>배경/몬스터</a:t>
            </a:r>
          </a:p>
        </p:txBody>
      </p:sp>
      <p:sp>
        <p:nvSpPr>
          <p:cNvPr id="102" name="|"/>
          <p:cNvSpPr txBox="1"/>
          <p:nvPr/>
        </p:nvSpPr>
        <p:spPr>
          <a:xfrm>
            <a:off x="7856219" y="3314700"/>
            <a:ext cx="270512" cy="487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100">
                <a:solidFill>
                  <a:srgbClr val="FFD891"/>
                </a:solidFill>
              </a:defRPr>
            </a:lvl1pPr>
          </a:lstStyle>
          <a:p>
            <a:pPr/>
            <a:r>
              <a:t>|</a:t>
            </a:r>
          </a:p>
        </p:txBody>
      </p:sp>
      <p:sp>
        <p:nvSpPr>
          <p:cNvPr id="103" name="모서리가 둥근 직사각형"/>
          <p:cNvSpPr/>
          <p:nvPr/>
        </p:nvSpPr>
        <p:spPr>
          <a:xfrm>
            <a:off x="8334375" y="1504950"/>
            <a:ext cx="3238500" cy="4533900"/>
          </a:xfrm>
          <a:prstGeom prst="roundRect">
            <a:avLst>
              <a:gd name="adj" fmla="val 2353"/>
            </a:avLst>
          </a:prstGeom>
          <a:solidFill>
            <a:srgbClr val="FFF5DD">
              <a:alpha val="94000"/>
            </a:srgbClr>
          </a:solidFill>
          <a:ln w="19050">
            <a:solidFill>
              <a:srgbClr val="FF9B2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4" name="[스프라이트]"/>
          <p:cNvSpPr txBox="1"/>
          <p:nvPr/>
        </p:nvSpPr>
        <p:spPr>
          <a:xfrm>
            <a:off x="8551544" y="1657350"/>
            <a:ext cx="2804162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2A1B18"/>
                </a:solidFill>
              </a:defRPr>
            </a:lvl1pPr>
          </a:lstStyle>
          <a:p>
            <a:pPr/>
            <a:r>
              <a:t>[스프라이트]</a:t>
            </a:r>
          </a:p>
        </p:txBody>
      </p:sp>
      <p:pic>
        <p:nvPicPr>
          <p:cNvPr id="105" name="image11.png" descr="image11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8658225" y="2228850"/>
            <a:ext cx="1238250" cy="1238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image20.png" descr="image20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9709711" y="3267075"/>
            <a:ext cx="1306978" cy="666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image21.png" descr="image21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9248775" y="4229100"/>
            <a:ext cx="1381125" cy="13811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F1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rcRect l="0" t="34180" r="0" b="34180"/>
          <a:stretch>
            <a:fillRect/>
          </a:stretch>
        </p:blipFill>
        <p:spPr>
          <a:xfrm>
            <a:off x="0" y="-1"/>
            <a:ext cx="12192000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직사각형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0A0A">
              <a:alpha val="74000"/>
            </a:srgbClr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1" name="사운드"/>
          <p:cNvSpPr txBox="1"/>
          <p:nvPr/>
        </p:nvSpPr>
        <p:spPr>
          <a:xfrm>
            <a:off x="731519" y="495300"/>
            <a:ext cx="8481062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100">
                <a:solidFill>
                  <a:srgbClr val="FFF8EB"/>
                </a:solidFill>
              </a:defRPr>
            </a:lvl1pPr>
          </a:lstStyle>
          <a:p>
            <a:pPr/>
            <a:r>
              <a:t>사운드</a:t>
            </a:r>
          </a:p>
        </p:txBody>
      </p:sp>
      <p:sp>
        <p:nvSpPr>
          <p:cNvPr id="112" name="직사각형"/>
          <p:cNvSpPr/>
          <p:nvPr/>
        </p:nvSpPr>
        <p:spPr>
          <a:xfrm>
            <a:off x="685800" y="1200150"/>
            <a:ext cx="1123950" cy="47625"/>
          </a:xfrm>
          <a:prstGeom prst="rect">
            <a:avLst/>
          </a:prstGeom>
          <a:solidFill>
            <a:srgbClr val="FF9B2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3" name="모서리가 둥근 직사각형"/>
          <p:cNvSpPr/>
          <p:nvPr/>
        </p:nvSpPr>
        <p:spPr>
          <a:xfrm>
            <a:off x="781050" y="1504950"/>
            <a:ext cx="6191250" cy="4476750"/>
          </a:xfrm>
          <a:prstGeom prst="roundRect">
            <a:avLst>
              <a:gd name="adj" fmla="val 1702"/>
            </a:avLst>
          </a:prstGeom>
          <a:solidFill>
            <a:srgbClr val="FFF5DD">
              <a:alpha val="94000"/>
            </a:srgbClr>
          </a:solidFill>
          <a:ln w="19050">
            <a:solidFill>
              <a:srgbClr val="FF9B2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4" name="[사운드 기획서 사진]"/>
          <p:cNvSpPr txBox="1"/>
          <p:nvPr/>
        </p:nvSpPr>
        <p:spPr>
          <a:xfrm>
            <a:off x="998219" y="1657350"/>
            <a:ext cx="5756912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2A1B18"/>
                </a:solidFill>
              </a:defRPr>
            </a:lvl1pPr>
          </a:lstStyle>
          <a:p>
            <a:pPr/>
            <a:r>
              <a:t>[사운드 기획서 사진]</a:t>
            </a:r>
          </a:p>
        </p:txBody>
      </p:sp>
      <p:pic>
        <p:nvPicPr>
          <p:cNvPr id="115" name="image23.png" descr="image2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66983" y="2057400"/>
            <a:ext cx="2619384" cy="3695700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뭔가 대단하다"/>
          <p:cNvSpPr txBox="1"/>
          <p:nvPr/>
        </p:nvSpPr>
        <p:spPr>
          <a:xfrm>
            <a:off x="7570469" y="3143250"/>
            <a:ext cx="3337562" cy="497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FFF8EB"/>
                </a:solidFill>
              </a:defRPr>
            </a:lvl1pPr>
          </a:lstStyle>
          <a:p>
            <a:pPr/>
            <a:r>
              <a:t>뭔가 대단하다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F1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rcRect l="0" t="34180" r="0" b="34180"/>
          <a:stretch>
            <a:fillRect/>
          </a:stretch>
        </p:blipFill>
        <p:spPr>
          <a:xfrm>
            <a:off x="0" y="-1"/>
            <a:ext cx="12192000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직사각형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0A0A">
              <a:alpha val="74000"/>
            </a:srgbClr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0" name="레벨디자인"/>
          <p:cNvSpPr txBox="1"/>
          <p:nvPr/>
        </p:nvSpPr>
        <p:spPr>
          <a:xfrm>
            <a:off x="731519" y="495300"/>
            <a:ext cx="8481062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100">
                <a:solidFill>
                  <a:srgbClr val="FFF8EB"/>
                </a:solidFill>
              </a:defRPr>
            </a:lvl1pPr>
          </a:lstStyle>
          <a:p>
            <a:pPr/>
            <a:r>
              <a:t>레벨디자인</a:t>
            </a:r>
          </a:p>
        </p:txBody>
      </p:sp>
      <p:sp>
        <p:nvSpPr>
          <p:cNvPr id="121" name="직사각형"/>
          <p:cNvSpPr/>
          <p:nvPr/>
        </p:nvSpPr>
        <p:spPr>
          <a:xfrm>
            <a:off x="685800" y="1200150"/>
            <a:ext cx="1123950" cy="47625"/>
          </a:xfrm>
          <a:prstGeom prst="rect">
            <a:avLst/>
          </a:prstGeom>
          <a:solidFill>
            <a:srgbClr val="FF9B2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2" name="모서리가 둥근 직사각형"/>
          <p:cNvSpPr/>
          <p:nvPr/>
        </p:nvSpPr>
        <p:spPr>
          <a:xfrm>
            <a:off x="1123950" y="1476375"/>
            <a:ext cx="8191500" cy="4762500"/>
          </a:xfrm>
          <a:prstGeom prst="roundRect">
            <a:avLst>
              <a:gd name="adj" fmla="val 1600"/>
            </a:avLst>
          </a:prstGeom>
          <a:solidFill>
            <a:srgbClr val="FFF5DD">
              <a:alpha val="94000"/>
            </a:srgbClr>
          </a:solidFill>
          <a:ln w="19050">
            <a:solidFill>
              <a:srgbClr val="FF9B2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3" name="[전투력 그래프]"/>
          <p:cNvSpPr txBox="1"/>
          <p:nvPr/>
        </p:nvSpPr>
        <p:spPr>
          <a:xfrm>
            <a:off x="1341119" y="1628775"/>
            <a:ext cx="7757162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2A1B18"/>
                </a:solidFill>
              </a:defRPr>
            </a:lvl1pPr>
          </a:lstStyle>
          <a:p>
            <a:pPr/>
            <a:r>
              <a:t>[전투력 그래프]</a:t>
            </a:r>
          </a:p>
        </p:txBody>
      </p:sp>
      <p:pic>
        <p:nvPicPr>
          <p:cNvPr id="124" name="image3.jpeg" descr="image3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755182" y="2028825"/>
            <a:ext cx="4929036" cy="39814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F1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rcRect l="0" t="34180" r="0" b="34180"/>
          <a:stretch>
            <a:fillRect/>
          </a:stretch>
        </p:blipFill>
        <p:spPr>
          <a:xfrm>
            <a:off x="0" y="-1"/>
            <a:ext cx="12192000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직사각형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0A0A">
              <a:alpha val="74000"/>
            </a:srgbClr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8" name="크래딧"/>
          <p:cNvSpPr txBox="1"/>
          <p:nvPr/>
        </p:nvSpPr>
        <p:spPr>
          <a:xfrm>
            <a:off x="731519" y="495300"/>
            <a:ext cx="8481062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100">
                <a:solidFill>
                  <a:srgbClr val="FFF8EB"/>
                </a:solidFill>
              </a:defRPr>
            </a:lvl1pPr>
          </a:lstStyle>
          <a:p>
            <a:pPr/>
            <a:r>
              <a:t>크래딧</a:t>
            </a:r>
          </a:p>
        </p:txBody>
      </p:sp>
      <p:sp>
        <p:nvSpPr>
          <p:cNvPr id="129" name="직사각형"/>
          <p:cNvSpPr/>
          <p:nvPr/>
        </p:nvSpPr>
        <p:spPr>
          <a:xfrm>
            <a:off x="685800" y="1200150"/>
            <a:ext cx="1123950" cy="47625"/>
          </a:xfrm>
          <a:prstGeom prst="rect">
            <a:avLst/>
          </a:prstGeom>
          <a:solidFill>
            <a:srgbClr val="FF9B2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0" name="2조"/>
          <p:cNvSpPr txBox="1"/>
          <p:nvPr/>
        </p:nvSpPr>
        <p:spPr>
          <a:xfrm>
            <a:off x="922019" y="1666875"/>
            <a:ext cx="2004062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100">
                <a:solidFill>
                  <a:srgbClr val="FFD891"/>
                </a:solidFill>
              </a:defRPr>
            </a:lvl1pPr>
          </a:lstStyle>
          <a:p>
            <a:pPr/>
            <a:r>
              <a:t>2조</a:t>
            </a:r>
          </a:p>
        </p:txBody>
      </p:sp>
      <p:sp>
        <p:nvSpPr>
          <p:cNvPr id="131" name="모서리가 둥근 직사각형"/>
          <p:cNvSpPr/>
          <p:nvPr/>
        </p:nvSpPr>
        <p:spPr>
          <a:xfrm>
            <a:off x="876300" y="2381250"/>
            <a:ext cx="7239000" cy="3143250"/>
          </a:xfrm>
          <a:prstGeom prst="roundRect">
            <a:avLst>
              <a:gd name="adj" fmla="val 2424"/>
            </a:avLst>
          </a:prstGeom>
          <a:solidFill>
            <a:srgbClr val="FFF5DD">
              <a:alpha val="94000"/>
            </a:srgbClr>
          </a:solidFill>
          <a:ln w="19050">
            <a:solidFill>
              <a:srgbClr val="FF9B2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2" name="메인 기획   김태윤…"/>
          <p:cNvSpPr txBox="1"/>
          <p:nvPr/>
        </p:nvSpPr>
        <p:spPr>
          <a:xfrm>
            <a:off x="1398269" y="2781300"/>
            <a:ext cx="6195062" cy="2052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200">
                <a:solidFill>
                  <a:srgbClr val="2A1B18"/>
                </a:solidFill>
              </a:defRPr>
            </a:pPr>
            <a:r>
              <a:t>메인 기획   김태윤</a:t>
            </a:r>
          </a:p>
          <a:p>
            <a:pPr>
              <a:defRPr sz="2200">
                <a:solidFill>
                  <a:srgbClr val="2A1B18"/>
                </a:solidFill>
              </a:defRPr>
            </a:pPr>
            <a:r>
              <a:t>서브 기획   신은성</a:t>
            </a:r>
          </a:p>
          <a:p>
            <a:pPr>
              <a:defRPr sz="2200">
                <a:solidFill>
                  <a:srgbClr val="2A1B18"/>
                </a:solidFill>
              </a:defRPr>
            </a:pPr>
            <a:r>
              <a:t>플머        안정윤 / 최재문</a:t>
            </a:r>
          </a:p>
          <a:p>
            <a:pPr>
              <a:defRPr sz="2200">
                <a:solidFill>
                  <a:srgbClr val="2A1B18"/>
                </a:solidFill>
              </a:defRPr>
            </a:pPr>
            <a:r>
              <a:t>그래픽      최지우 / 조윤지 / 김서진</a:t>
            </a:r>
          </a:p>
          <a:p>
            <a:pPr>
              <a:defRPr sz="2200">
                <a:solidFill>
                  <a:srgbClr val="2A1B18"/>
                </a:solidFill>
              </a:defRPr>
            </a:pPr>
            <a:r>
              <a:t>사운드      박재석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