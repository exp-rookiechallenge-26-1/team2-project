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/assets/title_bg.png">    </p:cNvPr>
          <p:cNvPicPr>
            <a:picLocks noChangeAspect="1"/>
          </p:cNvPicPr>
          <p:nvPr/>
        </p:nvPicPr>
        <p:blipFill>
          <a:blip r:embed="rId1"/>
          <a:srcRect l="0" r="0" t="2384" b="2384"/>
          <a:stretch/>
        </p:blipFill>
        <p:spPr>
          <a:xfrm>
            <a:off x="8138160" y="0"/>
            <a:ext cx="405079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55280" y="0"/>
            <a:ext cx="228600" cy="6858000"/>
          </a:xfrm>
          <a:prstGeom prst="rect">
            <a:avLst/>
          </a:prstGeom>
          <a:solidFill>
            <a:srgbClr val="F4B73F"/>
          </a:solidFill>
          <a:ln/>
        </p:spPr>
      </p:sp>
      <p:sp>
        <p:nvSpPr>
          <p:cNvPr id="4" name="Text 1"/>
          <p:cNvSpPr/>
          <p:nvPr/>
        </p:nvSpPr>
        <p:spPr>
          <a:xfrm>
            <a:off x="822960" y="1371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4B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ROOKIE CHALLENGE · TEAM 2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77240" y="182880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굴러가요 손오공</a:t>
            </a:r>
            <a:endParaRPr lang="en-US" sz="5800" dirty="0"/>
          </a:p>
        </p:txBody>
      </p:sp>
      <p:sp>
        <p:nvSpPr>
          <p:cNvPr id="6" name="Text 3"/>
          <p:cNvSpPr/>
          <p:nvPr/>
        </p:nvSpPr>
        <p:spPr>
          <a:xfrm>
            <a:off x="822960" y="310896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C9E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벽돌깨기 × RPG, 굴러서 몬스터를 부수는 액션 게임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420624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C73E3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최종 발표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926080" y="4206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7E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Unity · Custom Physics · 2D Action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31520"/>
            <a:ext cx="822960" cy="822960"/>
          </a:xfrm>
          <a:prstGeom prst="ellipse">
            <a:avLst/>
          </a:prstGeom>
          <a:solidFill>
            <a:srgbClr val="F4B73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31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1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783080" y="777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시작은 벽돌깨기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01368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4B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6766560" cy="3291840"/>
          </a:xfrm>
          <a:prstGeom prst="roundRect">
            <a:avLst>
              <a:gd name="adj" fmla="val 4167"/>
            </a:avLst>
          </a:prstGeom>
          <a:solidFill>
            <a:srgbClr val="2B1733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651760"/>
            <a:ext cx="5852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벽돌깨기가 벽돌이 아니라
</a:t>
            </a:r>
            <a:endParaRPr lang="en-US" sz="3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4B7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몬스터</a:t>
            </a:r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를 잡으면 어떨까?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280160" y="448056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8C9E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몬스터?  </a:t>
            </a:r>
            <a:pPr indent="0" marL="0">
              <a:buNone/>
            </a:pPr>
            <a:r>
              <a:rPr lang="en-US" sz="2600" b="1" dirty="0">
                <a:solidFill>
                  <a:srgbClr val="C73E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 그럼 RPG!</a:t>
            </a:r>
            <a:endParaRPr lang="en-US" sz="2400" dirty="0"/>
          </a:p>
        </p:txBody>
      </p:sp>
      <p:pic>
        <p:nvPicPr>
          <p:cNvPr id="9" name="Image 0" descr="/tmp/ppt/assets/concept_wuk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828800"/>
            <a:ext cx="356616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31520"/>
            <a:ext cx="822960" cy="822960"/>
          </a:xfrm>
          <a:prstGeom prst="ellipse">
            <a:avLst/>
          </a:prstGeom>
          <a:solidFill>
            <a:srgbClr val="F4B73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31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1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78308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벽돌깨기를 손오공으로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01368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4B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105156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7DD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/tmp/ppt/assets/ball_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487168"/>
            <a:ext cx="1371600" cy="1371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0" y="256032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7E9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 (Ball)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37760" y="2560320"/>
            <a:ext cx="822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5760720" y="2560320"/>
            <a:ext cx="2743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1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손오공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503920" y="2560320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튕기며 굴러다니는 주인공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22960" y="4297680"/>
            <a:ext cx="105156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7DD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/tmp/ppt/assets/ball_bi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4498848"/>
            <a:ext cx="1371600" cy="1371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43200" y="457200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7E9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패들 (Paddle)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4937760" y="4572000"/>
            <a:ext cx="822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5760720" y="4572000"/>
            <a:ext cx="2743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1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근두운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8503920" y="4572000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공을 받아 다시 튀겨내는 발판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4B73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C73E3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과제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주인공이 '공'이 되어야 한다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C9E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몬스터를 잡는 매력적인 주인공을, 동그란 공의 형태로 표현해야 했다.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3383280"/>
            <a:ext cx="6766560" cy="2377440"/>
          </a:xfrm>
          <a:prstGeom prst="roundRect">
            <a:avLst>
              <a:gd name="adj" fmla="val 4615"/>
            </a:avLst>
          </a:prstGeom>
          <a:solidFill>
            <a:srgbClr val="3F2356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3611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7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레퍼런스 — 별의 커비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4114800"/>
            <a:ext cx="6126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FE6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둥근 실루엣만으로 귀엽고 또렷한 캐릭터성을 전달하는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FE6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대표 사례. 공 = 캐릭터의 가능성을 확인했다.</a:t>
            </a:r>
            <a:endParaRPr lang="en-US" sz="1500" dirty="0"/>
          </a:p>
        </p:txBody>
      </p:sp>
      <p:pic>
        <p:nvPicPr>
          <p:cNvPr id="9" name="Image 0" descr="/tmp/ppt/assets/kirb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194560"/>
            <a:ext cx="3200400" cy="33649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4B73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C73E3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과제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공의 궤적을 미리 보여주고 싶다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5120640" cy="2926080"/>
          </a:xfrm>
          <a:prstGeom prst="roundRect">
            <a:avLst>
              <a:gd name="adj" fmla="val 3750"/>
            </a:avLst>
          </a:prstGeom>
          <a:solidFill>
            <a:srgbClr val="3F235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971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73E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문제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347472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FE6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Unity의 기본 물리는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FE6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비결정론적(non-deterministic)이다.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FE6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입력이어도 결과가 미세하게 달라져,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FE6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궤적을 정확히 예측·표시할 수 없다.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2743200"/>
            <a:ext cx="5074920" cy="2926080"/>
          </a:xfrm>
          <a:prstGeom prst="roundRect">
            <a:avLst>
              <a:gd name="adj" fmla="val 3750"/>
            </a:avLst>
          </a:prstGeom>
          <a:solidFill>
            <a:srgbClr val="F4B73F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2971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1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7960" y="34747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커스텀 물리 엔진 직접 구현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37960" y="411480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A2D1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이동·충돌·반사를 직접 계산해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A2D1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언제나 동일한 결과를 보장.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A2D1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궤적을 정확히 그릴 수 있게 됐다.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31520"/>
            <a:ext cx="822960" cy="822960"/>
          </a:xfrm>
          <a:prstGeom prst="ellipse">
            <a:avLst/>
          </a:prstGeom>
          <a:solidFill>
            <a:srgbClr val="F4B73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31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1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783080" y="777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결과 ①  귀엽게 잘 나왔다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01368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4B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CHARACTER RESULT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2286000"/>
            <a:ext cx="3200400" cy="338328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7DD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/tmp/ppt/assets/kirb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514600"/>
            <a:ext cx="2377440" cy="23774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5029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1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레퍼런스 · 커비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480560" y="2286000"/>
            <a:ext cx="3200400" cy="338328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7DD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/tmp/ppt/assets/ball_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514600"/>
            <a:ext cx="2377440" cy="23774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80560" y="5029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1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Idle Up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8092440" y="2286000"/>
            <a:ext cx="3200400" cy="338328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7DD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/tmp/ppt/assets/ball_dow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514600"/>
            <a:ext cx="2377440" cy="23774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92440" y="5029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1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Idle Down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31520"/>
            <a:ext cx="822960" cy="822960"/>
          </a:xfrm>
          <a:prstGeom prst="ellipse">
            <a:avLst/>
          </a:prstGeom>
          <a:solidFill>
            <a:srgbClr val="F4B73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31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1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783080" y="777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결과 ②  궤적 &amp; 반사 구현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01368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4B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PHYSICS RESULT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6583680" cy="3566160"/>
          </a:xfrm>
          <a:prstGeom prst="roundRect">
            <a:avLst>
              <a:gd name="adj" fmla="val 3077"/>
            </a:avLst>
          </a:prstGeom>
          <a:solidFill>
            <a:srgbClr val="2B1733"/>
          </a:solidFill>
          <a:ln/>
        </p:spPr>
      </p:sp>
      <p:sp>
        <p:nvSpPr>
          <p:cNvPr id="7" name="Shape 5"/>
          <p:cNvSpPr/>
          <p:nvPr/>
        </p:nvSpPr>
        <p:spPr>
          <a:xfrm>
            <a:off x="1280160" y="5120640"/>
            <a:ext cx="1463040" cy="-2377440"/>
          </a:xfrm>
          <a:prstGeom prst="line">
            <a:avLst/>
          </a:prstGeom>
          <a:noFill/>
          <a:ln w="31750">
            <a:solidFill>
              <a:srgbClr val="F4B73F"/>
            </a:solidFill>
            <a:prstDash val="dash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43200" y="2743200"/>
            <a:ext cx="1463040" cy="2377440"/>
          </a:xfrm>
          <a:prstGeom prst="line">
            <a:avLst/>
          </a:prstGeom>
          <a:noFill/>
          <a:ln w="31750">
            <a:solidFill>
              <a:srgbClr val="F4B73F"/>
            </a:solidFill>
            <a:prstDash val="dash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206240" y="5120640"/>
            <a:ext cx="1463040" cy="-2194560"/>
          </a:xfrm>
          <a:prstGeom prst="line">
            <a:avLst/>
          </a:prstGeom>
          <a:noFill/>
          <a:ln w="31750">
            <a:solidFill>
              <a:srgbClr val="F4B73F"/>
            </a:solidFill>
            <a:prstDash val="dash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669280" y="2926080"/>
            <a:ext cx="1280160" cy="1645920"/>
          </a:xfrm>
          <a:prstGeom prst="line">
            <a:avLst/>
          </a:prstGeom>
          <a:noFill/>
          <a:ln w="31750">
            <a:solidFill>
              <a:srgbClr val="F4B73F"/>
            </a:solidFill>
            <a:prstDash val="dash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68880" y="2468880"/>
            <a:ext cx="548640" cy="146304"/>
          </a:xfrm>
          <a:prstGeom prst="rect">
            <a:avLst/>
          </a:prstGeom>
          <a:solidFill>
            <a:srgbClr val="C73E3A"/>
          </a:solidFill>
          <a:ln/>
        </p:spPr>
      </p:sp>
      <p:sp>
        <p:nvSpPr>
          <p:cNvPr id="12" name="Shape 10"/>
          <p:cNvSpPr/>
          <p:nvPr/>
        </p:nvSpPr>
        <p:spPr>
          <a:xfrm>
            <a:off x="5394960" y="2651760"/>
            <a:ext cx="548640" cy="146304"/>
          </a:xfrm>
          <a:prstGeom prst="rect">
            <a:avLst/>
          </a:prstGeom>
          <a:solidFill>
            <a:srgbClr val="C73E3A"/>
          </a:solidFill>
          <a:ln/>
        </p:spPr>
      </p:sp>
      <p:pic>
        <p:nvPicPr>
          <p:cNvPr id="13" name="Image 0" descr="/tmp/ppt/assets/ball_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4800600"/>
            <a:ext cx="685800" cy="6858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783080" y="5257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8C9E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 반사 · 예측 궤적 시각화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772400" y="2377440"/>
            <a:ext cx="256032" cy="256032"/>
          </a:xfrm>
          <a:prstGeom prst="ellipse">
            <a:avLst/>
          </a:prstGeom>
          <a:solidFill>
            <a:srgbClr val="F4B73F"/>
          </a:solidFill>
          <a:ln/>
        </p:spPr>
      </p:sp>
      <p:sp>
        <p:nvSpPr>
          <p:cNvPr id="16" name="Text 13"/>
          <p:cNvSpPr/>
          <p:nvPr/>
        </p:nvSpPr>
        <p:spPr>
          <a:xfrm>
            <a:off x="8183880" y="2286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1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예측 궤적 출력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183880" y="271576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발사 전 공이 나아갈 경로를 점선으로 표시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772400" y="3520440"/>
            <a:ext cx="256032" cy="256032"/>
          </a:xfrm>
          <a:prstGeom prst="ellipse">
            <a:avLst/>
          </a:prstGeom>
          <a:solidFill>
            <a:srgbClr val="F4B73F"/>
          </a:solidFill>
          <a:ln/>
        </p:spPr>
      </p:sp>
      <p:sp>
        <p:nvSpPr>
          <p:cNvPr id="19" name="Text 16"/>
          <p:cNvSpPr/>
          <p:nvPr/>
        </p:nvSpPr>
        <p:spPr>
          <a:xfrm>
            <a:off x="8183880" y="3429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1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정확한 공 반사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183880" y="385876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벽·몬스터와의 충돌 반사각을 직접 계산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772400" y="4663440"/>
            <a:ext cx="256032" cy="256032"/>
          </a:xfrm>
          <a:prstGeom prst="ellipse">
            <a:avLst/>
          </a:prstGeom>
          <a:solidFill>
            <a:srgbClr val="F4B73F"/>
          </a:solidFill>
          <a:ln/>
        </p:spPr>
      </p:sp>
      <p:sp>
        <p:nvSpPr>
          <p:cNvPr id="22" name="Text 19"/>
          <p:cNvSpPr/>
          <p:nvPr/>
        </p:nvSpPr>
        <p:spPr>
          <a:xfrm>
            <a:off x="8183880" y="4572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1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결정론적 결과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8183880" y="500176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언제 실행해도 동일한 물리 = 안정적 플레이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4B73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아트웍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50392" y="1325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B7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ARTWORK · 컨셉아트에서 인게임 스프라이트까지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C9E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컨셉 아트</a:t>
            </a:r>
            <a:endParaRPr lang="en-US" sz="1600" dirty="0"/>
          </a:p>
        </p:txBody>
      </p:sp>
      <p:pic>
        <p:nvPicPr>
          <p:cNvPr id="6" name="Image 0" descr="/tmp/ppt/assets/concept_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86000"/>
            <a:ext cx="2468880" cy="2468880"/>
          </a:xfrm>
          <a:prstGeom prst="rect">
            <a:avLst/>
          </a:prstGeom>
        </p:spPr>
      </p:pic>
      <p:pic>
        <p:nvPicPr>
          <p:cNvPr id="7" name="Image 1" descr="/tmp/ppt/assets/concept_cowk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2286000"/>
            <a:ext cx="2468880" cy="2468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172200" y="2011680"/>
            <a:ext cx="0" cy="3657600"/>
          </a:xfrm>
          <a:prstGeom prst="line">
            <a:avLst/>
          </a:prstGeom>
          <a:noFill/>
          <a:ln w="25400">
            <a:solidFill>
              <a:srgbClr val="3F235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40080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C9E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인게임 스프라이트</a:t>
            </a:r>
            <a:endParaRPr lang="en-US" sz="1600" dirty="0"/>
          </a:p>
        </p:txBody>
      </p:sp>
      <p:pic>
        <p:nvPicPr>
          <p:cNvPr id="10" name="Image 2" descr="/tmp/ppt/assets/sprite_she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286000"/>
            <a:ext cx="2606040" cy="3319272"/>
          </a:xfrm>
          <a:prstGeom prst="rect">
            <a:avLst/>
          </a:prstGeom>
        </p:spPr>
      </p:pic>
      <p:pic>
        <p:nvPicPr>
          <p:cNvPr id="11" name="Image 3" descr="/tmp/ppt/assets/cowking_spr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2286000"/>
            <a:ext cx="2011680" cy="2011680"/>
          </a:xfrm>
          <a:prstGeom prst="rect">
            <a:avLst/>
          </a:prstGeom>
        </p:spPr>
      </p:pic>
      <p:pic>
        <p:nvPicPr>
          <p:cNvPr id="12" name="Image 4" descr="/tmp/ppt/assets/enem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0" y="443484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31520"/>
            <a:ext cx="822960" cy="822960"/>
          </a:xfrm>
          <a:prstGeom prst="ellipse">
            <a:avLst/>
          </a:prstGeom>
          <a:solidFill>
            <a:srgbClr val="F4B73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31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1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783080" y="777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사운드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01368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4B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SOUND · 메인 BGM 기획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2286000"/>
            <a:ext cx="3291840" cy="1554480"/>
          </a:xfrm>
          <a:prstGeom prst="roundRect">
            <a:avLst>
              <a:gd name="adj" fmla="val 7059"/>
            </a:avLst>
          </a:prstGeom>
          <a:solidFill>
            <a:srgbClr val="2B173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2316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B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240–300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68680" y="3291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E6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BPM · 빠를수록 좋게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2286000"/>
            <a:ext cx="3291840" cy="1554480"/>
          </a:xfrm>
          <a:prstGeom prst="roundRect">
            <a:avLst>
              <a:gd name="adj" fmla="val 7059"/>
            </a:avLst>
          </a:prstGeom>
          <a:solidFill>
            <a:srgbClr val="2B1733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242316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B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최소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434840" y="3291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E6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악기 구성 · 정신없지 않게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01000" y="2286000"/>
            <a:ext cx="3291840" cy="1554480"/>
          </a:xfrm>
          <a:prstGeom prst="roundRect">
            <a:avLst>
              <a:gd name="adj" fmla="val 7059"/>
            </a:avLst>
          </a:prstGeom>
          <a:solidFill>
            <a:srgbClr val="2B1733"/>
          </a:solidFill>
          <a:ln/>
        </p:spPr>
      </p:sp>
      <p:sp>
        <p:nvSpPr>
          <p:cNvPr id="13" name="Text 11"/>
          <p:cNvSpPr/>
          <p:nvPr/>
        </p:nvSpPr>
        <p:spPr>
          <a:xfrm>
            <a:off x="8001000" y="242316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B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단순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001000" y="3291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E6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멜로디 · 복잡하지 않게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68680" y="4114800"/>
            <a:ext cx="104241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DD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메인 멜로디 형식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470916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4/4박자 · 4분–2분–4분 음표 한 마디를 4번 반복해 하나의 파트로 구성,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파트가 넘어갈 때마다 한음/반음씩 변화. 레퍼런스: 젤다의 전설 — 신나는 긴장감.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31520"/>
            <a:ext cx="822960" cy="822960"/>
          </a:xfrm>
          <a:prstGeom prst="ellipse">
            <a:avLst/>
          </a:prstGeom>
          <a:solidFill>
            <a:srgbClr val="F4B73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31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1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783080" y="777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레벨 디자인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01368" y="1417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4B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DESIGN · 전투력 성장 곡선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2194560"/>
            <a:ext cx="731520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7DD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0200" y="2560320"/>
            <a:ext cx="0" cy="2651760"/>
          </a:xfrm>
          <a:prstGeom prst="line">
            <a:avLst/>
          </a:prstGeom>
          <a:noFill/>
          <a:ln w="25400">
            <a:solidFill>
              <a:srgbClr val="2A2230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600200" y="5212080"/>
            <a:ext cx="6126480" cy="0"/>
          </a:xfrm>
          <a:prstGeom prst="line">
            <a:avLst/>
          </a:prstGeom>
          <a:noFill/>
          <a:ln w="25400">
            <a:solidFill>
              <a:srgbClr val="2A2230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914400" y="24231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전투력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32120" y="53218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게임 진행 (레벨)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00200" y="5212080"/>
            <a:ext cx="5852160" cy="-2286000"/>
          </a:xfrm>
          <a:prstGeom prst="line">
            <a:avLst/>
          </a:prstGeom>
          <a:noFill/>
          <a:ln w="38100">
            <a:solidFill>
              <a:srgbClr val="3B9A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00200" y="5212080"/>
            <a:ext cx="849507" cy="-672353"/>
          </a:xfrm>
          <a:prstGeom prst="line">
            <a:avLst/>
          </a:prstGeom>
          <a:noFill/>
          <a:ln w="38100">
            <a:solidFill>
              <a:srgbClr val="39B5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49707" y="4539727"/>
            <a:ext cx="566338" cy="302559"/>
          </a:xfrm>
          <a:prstGeom prst="line">
            <a:avLst/>
          </a:prstGeom>
          <a:noFill/>
          <a:ln w="38100">
            <a:solidFill>
              <a:srgbClr val="39B5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16045" y="4842286"/>
            <a:ext cx="1038286" cy="-974912"/>
          </a:xfrm>
          <a:prstGeom prst="line">
            <a:avLst/>
          </a:prstGeom>
          <a:noFill/>
          <a:ln w="38100">
            <a:solidFill>
              <a:srgbClr val="39B5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54332" y="3867374"/>
            <a:ext cx="566338" cy="403412"/>
          </a:xfrm>
          <a:prstGeom prst="line">
            <a:avLst/>
          </a:prstGeom>
          <a:noFill/>
          <a:ln w="38100">
            <a:solidFill>
              <a:srgbClr val="39B5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0670" y="4270786"/>
            <a:ext cx="1227066" cy="-1075765"/>
          </a:xfrm>
          <a:prstGeom prst="line">
            <a:avLst/>
          </a:prstGeom>
          <a:noFill/>
          <a:ln w="38100">
            <a:solidFill>
              <a:srgbClr val="39B5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47735" y="3195021"/>
            <a:ext cx="566338" cy="403412"/>
          </a:xfrm>
          <a:prstGeom prst="line">
            <a:avLst/>
          </a:prstGeom>
          <a:noFill/>
          <a:ln w="38100">
            <a:solidFill>
              <a:srgbClr val="39B5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14074" y="3598433"/>
            <a:ext cx="1038286" cy="-672353"/>
          </a:xfrm>
          <a:prstGeom prst="line">
            <a:avLst/>
          </a:prstGeom>
          <a:noFill/>
          <a:ln w="38100">
            <a:solidFill>
              <a:srgbClr val="39B5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2606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9A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enemy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63640" y="2971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B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412480" y="2496312"/>
            <a:ext cx="274320" cy="274320"/>
          </a:xfrm>
          <a:prstGeom prst="ellipse">
            <a:avLst/>
          </a:prstGeom>
          <a:solidFill>
            <a:srgbClr val="39B54A"/>
          </a:solidFill>
          <a:ln/>
        </p:spPr>
      </p:sp>
      <p:sp>
        <p:nvSpPr>
          <p:cNvPr id="22" name="Text 20"/>
          <p:cNvSpPr/>
          <p:nvPr/>
        </p:nvSpPr>
        <p:spPr>
          <a:xfrm>
            <a:off x="8823960" y="237744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정점 — 성장 체감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열심히 플레이한 플레이어에 대한 보상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412480" y="3959352"/>
            <a:ext cx="274320" cy="274320"/>
          </a:xfrm>
          <a:prstGeom prst="ellipse">
            <a:avLst/>
          </a:prstGeom>
          <a:solidFill>
            <a:srgbClr val="C73E3A"/>
          </a:solidFill>
          <a:ln/>
        </p:spPr>
      </p:sp>
      <p:sp>
        <p:nvSpPr>
          <p:cNvPr id="24" name="Text 22"/>
          <p:cNvSpPr/>
          <p:nvPr/>
        </p:nvSpPr>
        <p:spPr>
          <a:xfrm>
            <a:off x="8823960" y="38404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저점 — 성장 결핍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유저가 부족함을 느끼고 더 열심히 플레이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412480" y="5422392"/>
            <a:ext cx="274320" cy="274320"/>
          </a:xfrm>
          <a:prstGeom prst="ellipse">
            <a:avLst/>
          </a:prstGeom>
          <a:solidFill>
            <a:srgbClr val="3B9AE1"/>
          </a:solidFill>
          <a:ln/>
        </p:spPr>
      </p:sp>
      <p:sp>
        <p:nvSpPr>
          <p:cNvPr id="26" name="Text 24"/>
          <p:cNvSpPr/>
          <p:nvPr/>
        </p:nvSpPr>
        <p:spPr>
          <a:xfrm>
            <a:off x="8823960" y="530352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기준선 — 적정 전투력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곡선이 이 선을 오르내리며 긴장 유지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/assets/title_b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0" y="0"/>
            <a:ext cx="39593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46720" y="0"/>
            <a:ext cx="228600" cy="6858000"/>
          </a:xfrm>
          <a:prstGeom prst="rect">
            <a:avLst/>
          </a:prstGeom>
          <a:solidFill>
            <a:srgbClr val="F4B73F"/>
          </a:solidFill>
          <a:ln/>
        </p:spPr>
      </p:sp>
      <p:sp>
        <p:nvSpPr>
          <p:cNvPr id="4" name="Text 1"/>
          <p:cNvSpPr/>
          <p:nvPr/>
        </p:nvSpPr>
        <p:spPr>
          <a:xfrm>
            <a:off x="822960" y="1097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4B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22960" y="155448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굴러가요 손오공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22960" y="2743200"/>
            <a:ext cx="6766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4B7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루키챌린지 2조
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8C9E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기획 · 개발 · 아트 · 사운드
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감사합니다 🙏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2026-06-26T09:26:03Z</dcterms:created>
  <dcterms:modified xsi:type="dcterms:W3CDTF">2026-06-26T09:26:03Z</dcterms:modified>
</cp:coreProperties>
</file>